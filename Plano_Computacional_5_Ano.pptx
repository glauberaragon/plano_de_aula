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Plano de Aula – Pensamento Computacional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Matemática / Pensamento Computacional</a:t>
            </a:r>
          </a:p>
          <a:p>
            <a:r>
              <a:t>5º Ano do Ensino Fundamental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Habilidade BNCC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EF03CO02</a:t>
            </a:r>
          </a:p>
          <a:p>
            <a:r>
              <a:t>Criar e simular algoritmos com sequência, repetição e condição.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 alunos</a:t>
            </a:r>
          </a:p>
          <a:p>
            <a:r>
              <a:t>• 1 aluno com deficiência intelectual</a:t>
            </a:r>
          </a:p>
          <a:p>
            <a:r>
              <a:t>• 1 aluno com TEA</a:t>
            </a:r>
          </a:p>
          <a:p>
            <a:r>
              <a:t>• 2 alunos com dificuldades de interpretação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Desenvolver o pensamento computacional por meio da criação e simulação de algoritmos simples.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Compreender o conceito de algoritmo</a:t>
            </a:r>
          </a:p>
          <a:p>
            <a:r>
              <a:t>• Criar algoritmos</a:t>
            </a:r>
          </a:p>
          <a:p>
            <a:r>
              <a:t>• Representar com desenhos, setas e palavras</a:t>
            </a:r>
          </a:p>
          <a:p>
            <a:r>
              <a:t>• Trabalhar em grupo</a:t>
            </a:r>
          </a:p>
          <a:p>
            <a:r>
              <a:t>• Desenvolver autonomia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Algoritmos</a:t>
            </a:r>
          </a:p>
          <a:p>
            <a:r>
              <a:t>• Sequência lógica</a:t>
            </a:r>
          </a:p>
          <a:p>
            <a:r>
              <a:t>• Repetição</a:t>
            </a:r>
          </a:p>
          <a:p>
            <a:r>
              <a:t>• Condição</a:t>
            </a:r>
          </a:p>
          <a:p>
            <a:r>
              <a:t>• Linguagem oral, escrita e pictográfica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1 – 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Pergunta: Como fazemos um sanduíche?</a:t>
            </a:r>
          </a:p>
          <a:p>
            <a:r>
              <a:t>Sequência de passos</a:t>
            </a:r>
          </a:p>
          <a:p>
            <a:r>
              <a:t>Introdução ao algoritmo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2 – Construção do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Robô andando até a estrela</a:t>
            </a:r>
          </a:p>
          <a:p>
            <a:r>
              <a:t>Sequência</a:t>
            </a:r>
          </a:p>
          <a:p>
            <a:r>
              <a:t>Repetição</a:t>
            </a:r>
          </a:p>
          <a:p>
            <a:r>
              <a:t>Condição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3 – Atividade em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Criar algoritmo com robô</a:t>
            </a:r>
          </a:p>
          <a:p>
            <a:r>
              <a:t>Usar cartolina, setas e figuras</a:t>
            </a:r>
          </a:p>
          <a:p>
            <a:r>
              <a:t>Trabalho colaborativo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4 – Socialização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Apresentação dos grupos</a:t>
            </a:r>
          </a:p>
          <a:p>
            <a:r>
              <a:t>Simulação do robô</a:t>
            </a:r>
          </a:p>
          <a:p>
            <a:r>
              <a:t>Correções coletivas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Diagnóstica, Formativa e Somativa</a:t>
            </a:r>
          </a:p>
          <a:p>
            <a:r>
              <a:t>Observação</a:t>
            </a:r>
          </a:p>
          <a:p>
            <a:r>
              <a:t>Produção de cartaz</a:t>
            </a:r>
          </a:p>
          <a:p>
            <a:r>
              <a:t>Apresentação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Compreensão de algoritmos</a:t>
            </a:r>
          </a:p>
          <a:p>
            <a:r>
              <a:t>Pensamento lógico</a:t>
            </a:r>
          </a:p>
          <a:p>
            <a:r>
              <a:t>Inclusão</a:t>
            </a:r>
          </a:p>
          <a:p>
            <a:r>
              <a:t>Aprendizagem significativa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